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306" r:id="rId43"/>
    <p:sldId id="297" r:id="rId44"/>
    <p:sldId id="307" r:id="rId45"/>
    <p:sldId id="298" r:id="rId46"/>
    <p:sldId id="308" r:id="rId47"/>
    <p:sldId id="299" r:id="rId48"/>
    <p:sldId id="300" r:id="rId49"/>
    <p:sldId id="309" r:id="rId50"/>
    <p:sldId id="301" r:id="rId51"/>
    <p:sldId id="302" r:id="rId52"/>
    <p:sldId id="310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1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What is a variable in C/C++?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variable is a named storage location in the computer's memory used to hold data that a program can manipulate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do we use variables in programs?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variables are used as named containers to temporarily store, manipulate, and retrieve data within a computer's memory during a program's execution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a variable name and its value?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The variable name is the identifier, while the value is the actual data stored in it.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of the following is a valid variable name? a) 2num b) </a:t>
            </a:r>
            <a:r>
              <a:rPr dirty="0" err="1"/>
              <a:t>total_marks</a:t>
            </a:r>
            <a:r>
              <a:rPr dirty="0"/>
              <a:t> c) for d) my marks</a:t>
            </a:r>
            <a:endParaRPr lang="en-US" dirty="0"/>
          </a:p>
          <a:p>
            <a:r>
              <a:rPr lang="en-IN" dirty="0"/>
              <a:t>Ans:  b) </a:t>
            </a:r>
            <a:r>
              <a:rPr lang="en-IN" dirty="0" err="1"/>
              <a:t>total_marks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is Age different from age?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C++ is case-sensitive, so Age and age are different variables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a variable name contain spaces? Why?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No. Variable names cannot contain spaces.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a variable name start with an underscore (_) ?</a:t>
            </a:r>
            <a:endParaRPr lang="en-US" dirty="0"/>
          </a:p>
          <a:p>
            <a:r>
              <a:rPr lang="en-IN" dirty="0"/>
              <a:t>Ans: Yes , </a:t>
            </a:r>
            <a:r>
              <a:rPr lang="en-US" dirty="0"/>
              <a:t>variable names can start with an underscore . example: _count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happens if two variables have the same name in the same scope?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The compiler generates an error because variable names must be unique within the same</a:t>
            </a:r>
          </a:p>
          <a:p>
            <a:r>
              <a:rPr lang="en-US" dirty="0"/>
              <a:t>scope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three meaningful variable names for storing student information.</a:t>
            </a:r>
            <a:endParaRPr lang="en-US" dirty="0"/>
          </a:p>
          <a:p>
            <a:r>
              <a:rPr lang="en-IN" dirty="0"/>
              <a:t>ANS : </a:t>
            </a:r>
            <a:r>
              <a:rPr lang="en-IN" dirty="0" err="1"/>
              <a:t>studentName</a:t>
            </a:r>
            <a:r>
              <a:rPr lang="en-IN" dirty="0"/>
              <a:t>, </a:t>
            </a:r>
            <a:r>
              <a:rPr lang="en-IN" dirty="0" err="1"/>
              <a:t>studentAge</a:t>
            </a:r>
            <a:r>
              <a:rPr lang="en-IN" dirty="0"/>
              <a:t>, </a:t>
            </a:r>
            <a:r>
              <a:rPr lang="en-IN" dirty="0" err="1"/>
              <a:t>studentMarks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naming convention is better and why: </a:t>
            </a:r>
            <a:r>
              <a:rPr dirty="0" err="1"/>
              <a:t>studentMarks</a:t>
            </a:r>
            <a:r>
              <a:rPr dirty="0"/>
              <a:t> or </a:t>
            </a:r>
            <a:r>
              <a:rPr dirty="0" err="1"/>
              <a:t>sm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 err="1"/>
              <a:t>studentMarks</a:t>
            </a:r>
            <a:r>
              <a:rPr lang="en-US" dirty="0"/>
              <a:t> because it is descriptive and easy to understand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 data type?</a:t>
            </a:r>
            <a:endParaRPr lang="en-US" dirty="0"/>
          </a:p>
          <a:p>
            <a:r>
              <a:rPr lang="en-IN" dirty="0"/>
              <a:t>Ans </a:t>
            </a:r>
            <a:r>
              <a:rPr lang="en-US" dirty="0"/>
              <a:t>A data type specifies the kind of data a variable can store.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is used to store whole numbers?</a:t>
            </a:r>
            <a:endParaRPr lang="en-US" dirty="0"/>
          </a:p>
          <a:p>
            <a:r>
              <a:rPr lang="en-IN" dirty="0"/>
              <a:t>Ans :  int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is used to store decimal values?</a:t>
            </a:r>
            <a:endParaRPr lang="en-US" dirty="0"/>
          </a:p>
          <a:p>
            <a:r>
              <a:rPr lang="en-IN" dirty="0"/>
              <a:t>Ans: float or double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float and double?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double provides greater precision than float.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stores a single character?</a:t>
            </a:r>
            <a:endParaRPr lang="en-US" dirty="0"/>
          </a:p>
          <a:p>
            <a:r>
              <a:rPr lang="en-IN" dirty="0"/>
              <a:t>Ans:  char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data type stores True/False values?</a:t>
            </a:r>
            <a:endParaRPr lang="en-US" dirty="0"/>
          </a:p>
          <a:p>
            <a:r>
              <a:rPr lang="en-IN" dirty="0"/>
              <a:t>Ans:  bool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data type is suitable for storing a person's name?</a:t>
            </a:r>
            <a:endParaRPr lang="en-US" dirty="0"/>
          </a:p>
          <a:p>
            <a:r>
              <a:rPr lang="en-IN" dirty="0"/>
              <a:t>Ans: string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the output: int age=18; </a:t>
            </a:r>
            <a:r>
              <a:rPr dirty="0" err="1"/>
              <a:t>cout</a:t>
            </a:r>
            <a:r>
              <a:rPr dirty="0"/>
              <a:t>&lt;&lt;age;</a:t>
            </a:r>
            <a:endParaRPr lang="en-US" dirty="0"/>
          </a:p>
          <a:p>
            <a:r>
              <a:rPr lang="en-IN" dirty="0"/>
              <a:t>Ans: 18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the data type: 25, 3.14, 'A', true.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25=int, 3.14=double, 'A'=char, true=bool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happens if you store a decimal number in an int variable?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The decimal part is discarded. Example: 3.14 becomes 3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cin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 err="1"/>
              <a:t>cin</a:t>
            </a:r>
            <a:r>
              <a:rPr lang="en-US" dirty="0"/>
              <a:t> is used to take input from the user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cout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</a:t>
            </a:r>
            <a:r>
              <a:rPr lang="en-US" dirty="0" err="1"/>
              <a:t>cout</a:t>
            </a:r>
            <a:r>
              <a:rPr lang="en-US" dirty="0"/>
              <a:t> is used to display output on the screen.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symbol is used with </a:t>
            </a:r>
            <a:r>
              <a:rPr dirty="0" err="1"/>
              <a:t>cin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&gt;&gt;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symbol is used with </a:t>
            </a:r>
            <a:r>
              <a:rPr dirty="0" err="1"/>
              <a:t>cout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&lt;&lt;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Explain: </a:t>
            </a:r>
            <a:r>
              <a:rPr dirty="0" err="1"/>
              <a:t>cin</a:t>
            </a:r>
            <a:r>
              <a:rPr dirty="0"/>
              <a:t> &gt;&gt; age;</a:t>
            </a:r>
            <a:endParaRPr lang="en-US" dirty="0"/>
          </a:p>
          <a:p>
            <a:r>
              <a:rPr lang="en-IN" dirty="0"/>
              <a:t>Ans:</a:t>
            </a:r>
            <a:r>
              <a:rPr lang="en-US" dirty="0"/>
              <a:t>It takes input from the user and stores it in age.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Explain: </a:t>
            </a:r>
            <a:r>
              <a:rPr dirty="0" err="1"/>
              <a:t>cout</a:t>
            </a:r>
            <a:r>
              <a:rPr dirty="0"/>
              <a:t> &lt;&lt; age;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It displays the value of age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purpose of </a:t>
            </a:r>
            <a:r>
              <a:rPr dirty="0" err="1"/>
              <a:t>endl</a:t>
            </a:r>
            <a:r>
              <a:rPr dirty="0"/>
              <a:t>?</a:t>
            </a:r>
            <a:endParaRPr lang="en-US" dirty="0"/>
          </a:p>
          <a:p>
            <a:r>
              <a:rPr lang="en-IN" dirty="0"/>
              <a:t>Ans: </a:t>
            </a:r>
            <a:r>
              <a:rPr lang="en-US" dirty="0"/>
              <a:t> </a:t>
            </a:r>
            <a:r>
              <a:rPr lang="en-US" dirty="0" err="1"/>
              <a:t>endl</a:t>
            </a:r>
            <a:r>
              <a:rPr lang="en-US" dirty="0"/>
              <a:t> moves the cursor to the next line.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statement to input a student's marks.</a:t>
            </a:r>
            <a:endParaRPr lang="en-US" dirty="0"/>
          </a:p>
          <a:p>
            <a:r>
              <a:rPr lang="en-US" dirty="0"/>
              <a:t>An</a:t>
            </a:r>
            <a:r>
              <a:rPr lang="en-IN" dirty="0"/>
              <a:t>s: </a:t>
            </a:r>
            <a:r>
              <a:rPr lang="en-IN" dirty="0" err="1"/>
              <a:t>cin</a:t>
            </a:r>
            <a:r>
              <a:rPr lang="en-IN" dirty="0"/>
              <a:t> &gt;&gt; marks;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 a statement to display 'Welcome to C++’.</a:t>
            </a:r>
            <a:endParaRPr lang="en-US" dirty="0"/>
          </a:p>
          <a:p>
            <a:r>
              <a:rPr lang="en-IN" dirty="0"/>
              <a:t>Ans: </a:t>
            </a:r>
            <a:r>
              <a:rPr lang="en-IN" dirty="0" err="1"/>
              <a:t>cout</a:t>
            </a:r>
            <a:r>
              <a:rPr lang="en-IN" dirty="0"/>
              <a:t> &lt;&lt; "Welcome to C++";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the output: </a:t>
            </a:r>
            <a:r>
              <a:rPr dirty="0" err="1"/>
              <a:t>cout</a:t>
            </a:r>
            <a:r>
              <a:rPr dirty="0"/>
              <a:t> &lt;&lt; 'Programming’;</a:t>
            </a:r>
            <a:endParaRPr lang="en-US" dirty="0"/>
          </a:p>
          <a:p>
            <a:r>
              <a:rPr lang="en-IN" dirty="0"/>
              <a:t>Ans:</a:t>
            </a:r>
            <a:r>
              <a:rPr lang="en-US" dirty="0"/>
              <a:t> Error because single quotes are for a single character.</a:t>
            </a: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an operator?</a:t>
            </a:r>
            <a:endParaRPr lang="en-US" dirty="0"/>
          </a:p>
          <a:p>
            <a:r>
              <a:rPr lang="en-IN" dirty="0"/>
              <a:t>Ans:</a:t>
            </a:r>
            <a:r>
              <a:rPr lang="en-US" dirty="0"/>
              <a:t> An operator is a symbol that performs an operation on operands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operator is used for addition?</a:t>
            </a:r>
            <a:endParaRPr lang="en-US" dirty="0"/>
          </a:p>
          <a:p>
            <a:r>
              <a:rPr lang="en-IN" dirty="0"/>
              <a:t>Ans:+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10 % 3?</a:t>
            </a:r>
            <a:endParaRPr lang="en-US" dirty="0"/>
          </a:p>
          <a:p>
            <a:r>
              <a:rPr lang="en-IN" dirty="0"/>
              <a:t>Ans: 1</a:t>
            </a:r>
          </a:p>
          <a:p>
            <a:pPr marL="0" indent="0">
              <a:buNone/>
            </a:pPr>
            <a:r>
              <a:rPr lang="en-IN" dirty="0"/>
              <a:t>Explanation: The %(modulus)operator gives the remainder after division.</a:t>
            </a:r>
          </a:p>
          <a:p>
            <a:pPr marL="0" indent="0">
              <a:buNone/>
            </a:pPr>
            <a:r>
              <a:rPr lang="en-IN" dirty="0"/>
              <a:t>10 % 3 = 1</a:t>
            </a:r>
          </a:p>
          <a:p>
            <a:pPr marL="0" indent="0">
              <a:buNone/>
            </a:pPr>
            <a:r>
              <a:rPr lang="en-IN" dirty="0"/>
              <a:t>Because: 10/3=3 remainder 1.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8 % 2?</a:t>
            </a:r>
            <a:endParaRPr lang="en-US" dirty="0"/>
          </a:p>
          <a:p>
            <a:r>
              <a:rPr lang="en-IN" dirty="0"/>
              <a:t>Ans:0</a:t>
            </a:r>
          </a:p>
          <a:p>
            <a:r>
              <a:rPr lang="en-IN" dirty="0"/>
              <a:t>Because:8 is completely divisible by 2,so remainder is 0.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operator checks equality?</a:t>
            </a:r>
            <a:endParaRPr lang="en-US" dirty="0"/>
          </a:p>
          <a:p>
            <a:r>
              <a:rPr lang="en-IN" dirty="0"/>
              <a:t>Ans:==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difference between = and == ?</a:t>
            </a:r>
            <a:endParaRPr lang="en-US" dirty="0"/>
          </a:p>
          <a:p>
            <a:r>
              <a:rPr lang="en-IN" dirty="0"/>
              <a:t>Ans:</a:t>
            </a:r>
            <a:r>
              <a:rPr lang="en-US" dirty="0"/>
              <a:t>= assigns a value, while == compares two values.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result of 5 &gt; 3?</a:t>
            </a:r>
            <a:endParaRPr lang="en-US" dirty="0"/>
          </a:p>
          <a:p>
            <a:r>
              <a:rPr lang="en-IN" dirty="0" err="1"/>
              <a:t>Ans:True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&amp;&amp; represent?</a:t>
            </a:r>
            <a:endParaRPr lang="en-US" dirty="0"/>
          </a:p>
          <a:p>
            <a:r>
              <a:rPr lang="en-IN" dirty="0"/>
              <a:t>Ans: Logical AND </a:t>
            </a:r>
            <a:r>
              <a:rPr lang="en-IN" dirty="0" err="1"/>
              <a:t>operator.It</a:t>
            </a:r>
            <a:r>
              <a:rPr lang="en-IN" dirty="0"/>
              <a:t> returns true only when both conditions are true.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|| represent?</a:t>
            </a:r>
            <a:endParaRPr lang="en-US" dirty="0"/>
          </a:p>
          <a:p>
            <a:r>
              <a:rPr lang="en-IN" dirty="0"/>
              <a:t>Ans: Logical OR </a:t>
            </a:r>
            <a:r>
              <a:rPr lang="en-IN" dirty="0" err="1"/>
              <a:t>operator.It</a:t>
            </a:r>
            <a:r>
              <a:rPr lang="en-IN" dirty="0"/>
              <a:t> returns true if at least one condition is true .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does ! represent?</a:t>
            </a:r>
            <a:endParaRPr lang="en-US" dirty="0"/>
          </a:p>
          <a:p>
            <a:r>
              <a:rPr lang="en-IN" dirty="0"/>
              <a:t>Ans: Logical NOT </a:t>
            </a:r>
            <a:r>
              <a:rPr lang="en-IN" dirty="0" err="1"/>
              <a:t>operator.It</a:t>
            </a:r>
            <a:r>
              <a:rPr lang="en-IN" dirty="0"/>
              <a:t> reverses the result of a condition.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703" y="210498"/>
            <a:ext cx="8229600" cy="477760"/>
          </a:xfrm>
        </p:spPr>
        <p:txBody>
          <a:bodyPr>
            <a:normAutofit/>
          </a:bodyPr>
          <a:lstStyle/>
          <a:p>
            <a:r>
              <a:rPr sz="2000" b="1" dirty="0"/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8258"/>
            <a:ext cx="8229600" cy="595924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Write a program to </a:t>
            </a:r>
            <a:r>
              <a:rPr lang="en-US" sz="2800" dirty="0" err="1"/>
              <a:t>print”Hello</a:t>
            </a:r>
            <a:r>
              <a:rPr lang="en-US" sz="2800" dirty="0"/>
              <a:t> world”?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Problem Statement</a:t>
            </a:r>
            <a:r>
              <a:rPr lang="en-IN" sz="24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Write a program to </a:t>
            </a:r>
            <a:r>
              <a:rPr lang="en-IN" sz="2000" dirty="0" err="1"/>
              <a:t>display”Hello</a:t>
            </a:r>
            <a:r>
              <a:rPr lang="en-IN" sz="2000" dirty="0"/>
              <a:t> world “ on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Algorithm: </a:t>
            </a:r>
            <a:r>
              <a:rPr lang="en-IN" sz="2000" dirty="0"/>
              <a:t>1. start the program. </a:t>
            </a:r>
          </a:p>
          <a:p>
            <a:pPr marL="0" indent="0">
              <a:buNone/>
            </a:pPr>
            <a:r>
              <a:rPr lang="en-IN" sz="2000" dirty="0"/>
              <a:t>                           2.Display “Hello world” using cout3.   </a:t>
            </a:r>
          </a:p>
          <a:p>
            <a:pPr marL="0" indent="0">
              <a:buNone/>
            </a:pPr>
            <a:r>
              <a:rPr lang="en-IN" sz="2000" dirty="0"/>
              <a:t>                           3.End the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C++ Program</a:t>
            </a:r>
          </a:p>
          <a:p>
            <a:pPr marL="0" indent="0">
              <a:buNone/>
            </a:pPr>
            <a:r>
              <a:rPr lang="en-IN" sz="2000" b="1" dirty="0"/>
              <a:t> </a:t>
            </a:r>
            <a:r>
              <a:rPr lang="en-IN" sz="2000" dirty="0"/>
              <a:t>#include&lt;iostream&gt;</a:t>
            </a:r>
          </a:p>
          <a:p>
            <a:pPr marL="0" indent="0">
              <a:buNone/>
            </a:pPr>
            <a:r>
              <a:rPr lang="en-IN" sz="2000" dirty="0"/>
              <a:t>using namespace std;</a:t>
            </a:r>
          </a:p>
          <a:p>
            <a:pPr marL="0" indent="0">
              <a:buNone/>
            </a:pPr>
            <a:r>
              <a:rPr lang="en-IN" sz="2000" dirty="0"/>
              <a:t>int main()</a:t>
            </a:r>
          </a:p>
          <a:p>
            <a:pPr marL="0" indent="0">
              <a:buNone/>
            </a:pPr>
            <a:r>
              <a:rPr lang="en-IN" sz="2000" dirty="0"/>
              <a:t>{</a:t>
            </a:r>
          </a:p>
          <a:p>
            <a:pPr marL="0" indent="0">
              <a:buNone/>
            </a:pPr>
            <a:r>
              <a:rPr lang="en-IN" sz="2000" dirty="0" err="1"/>
              <a:t>cout</a:t>
            </a:r>
            <a:r>
              <a:rPr lang="en-IN" sz="2000" dirty="0"/>
              <a:t>&lt;&lt;“Hello world”;</a:t>
            </a:r>
          </a:p>
          <a:p>
            <a:pPr marL="0" indent="0">
              <a:buNone/>
            </a:pPr>
            <a:r>
              <a:rPr lang="en-IN" sz="2000" dirty="0"/>
              <a:t>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Explanation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#include &lt;iostream&gt;: used for input/output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	using namespace std; → Allows use of </a:t>
            </a:r>
            <a:r>
              <a:rPr lang="en-US" sz="2000" dirty="0" err="1"/>
              <a:t>cout</a:t>
            </a:r>
            <a:r>
              <a:rPr lang="en-US" sz="2000" dirty="0"/>
              <a:t> without std::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EC9BB-8244-C229-2E3B-0DC17A33A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39"/>
            <a:ext cx="8229600" cy="6680063"/>
          </a:xfrm>
        </p:spPr>
        <p:txBody>
          <a:bodyPr>
            <a:normAutofit/>
          </a:bodyPr>
          <a:lstStyle/>
          <a:p>
            <a:r>
              <a:rPr lang="en-US" sz="2400" dirty="0"/>
              <a:t>	</a:t>
            </a:r>
            <a:r>
              <a:rPr lang="en-US" sz="2400" dirty="0" err="1"/>
              <a:t>cout</a:t>
            </a:r>
            <a:r>
              <a:rPr lang="en-US" sz="2400" dirty="0"/>
              <a:t> → Displays output on screen</a:t>
            </a:r>
          </a:p>
          <a:p>
            <a:r>
              <a:rPr lang="en-US" sz="2400" dirty="0"/>
              <a:t>	return 0; → Ends the program successfully</a:t>
            </a:r>
          </a:p>
          <a:p>
            <a:r>
              <a:rPr lang="en-US" sz="2400" b="1" dirty="0"/>
              <a:t>Output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C13B0-0BE0-FB41-B1C5-CAE8B8FD4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10" y="1482810"/>
            <a:ext cx="8298320" cy="13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2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930"/>
            <a:ext cx="8229600" cy="457199"/>
          </a:xfrm>
        </p:spPr>
        <p:txBody>
          <a:bodyPr>
            <a:normAutofit fontScale="90000"/>
          </a:bodyPr>
          <a:lstStyle/>
          <a:p>
            <a:r>
              <a:rPr sz="2800" b="1" dirty="0"/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4085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Write a program to input two numbers and display their sum.</a:t>
            </a:r>
            <a:endParaRPr lang="en-US" dirty="0"/>
          </a:p>
          <a:p>
            <a:r>
              <a:rPr lang="en-US" sz="3000" b="1" dirty="0"/>
              <a:t>Problem Statement</a:t>
            </a:r>
          </a:p>
          <a:p>
            <a:r>
              <a:rPr lang="en-US" sz="2000" dirty="0"/>
              <a:t>Write a program to take two numbers from the user and display their sum.</a:t>
            </a:r>
          </a:p>
          <a:p>
            <a:r>
              <a:rPr lang="en-US" sz="2400" b="1" dirty="0"/>
              <a:t>Algorithm</a:t>
            </a:r>
          </a:p>
          <a:p>
            <a:pPr marL="0" indent="0">
              <a:buNone/>
            </a:pPr>
            <a:r>
              <a:rPr lang="en-US" sz="2200" dirty="0"/>
              <a:t>     1.	Start the program</a:t>
            </a:r>
          </a:p>
          <a:p>
            <a:pPr marL="0" indent="0">
              <a:buNone/>
            </a:pPr>
            <a:r>
              <a:rPr lang="en-US" sz="2200" dirty="0"/>
              <a:t>     2.	Declare two variables</a:t>
            </a:r>
          </a:p>
          <a:p>
            <a:pPr marL="0" indent="0">
              <a:buNone/>
            </a:pPr>
            <a:r>
              <a:rPr lang="en-US" sz="2200" dirty="0"/>
              <a:t>     3.	Take input from user</a:t>
            </a:r>
          </a:p>
          <a:p>
            <a:pPr marL="0" indent="0">
              <a:buNone/>
            </a:pPr>
            <a:r>
              <a:rPr lang="en-US" sz="2200" dirty="0"/>
              <a:t>     4.	Add both numbers</a:t>
            </a:r>
          </a:p>
          <a:p>
            <a:pPr marL="0" indent="0">
              <a:buNone/>
            </a:pPr>
            <a:r>
              <a:rPr lang="en-US" sz="2200" dirty="0"/>
              <a:t>     5.	Display the result</a:t>
            </a:r>
          </a:p>
          <a:p>
            <a:pPr marL="0" indent="0">
              <a:buNone/>
            </a:pPr>
            <a:r>
              <a:rPr lang="en-US" sz="2200" dirty="0"/>
              <a:t>     6.	End the program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C++ Program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200" dirty="0"/>
              <a:t>#include&lt;iostream&gt;</a:t>
            </a:r>
          </a:p>
          <a:p>
            <a:pPr marL="0" indent="0">
              <a:buNone/>
            </a:pPr>
            <a:r>
              <a:rPr lang="en-US" sz="2200" dirty="0"/>
              <a:t>Using namespace std;</a:t>
            </a:r>
          </a:p>
          <a:p>
            <a:pPr marL="0" indent="0">
              <a:buNone/>
            </a:pPr>
            <a:r>
              <a:rPr lang="en-US" sz="2200" dirty="0"/>
              <a:t>int main()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int num1,num2,sum;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79AB-2756-3D11-726E-F32017163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7136"/>
            <a:ext cx="8229600" cy="6487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&lt;&lt;“enter first number:”;</a:t>
            </a:r>
          </a:p>
          <a:p>
            <a:pPr marL="0" indent="0">
              <a:buNone/>
            </a:pPr>
            <a:r>
              <a:rPr lang="en-US" sz="2000" dirty="0" err="1"/>
              <a:t>cin</a:t>
            </a:r>
            <a:r>
              <a:rPr lang="en-US" sz="2000" dirty="0"/>
              <a:t>&gt;&gt;num1;</a:t>
            </a:r>
          </a:p>
          <a:p>
            <a:pPr marL="0" indent="0">
              <a:buNone/>
            </a:pPr>
            <a:r>
              <a:rPr lang="en-US" sz="2000" dirty="0"/>
              <a:t>sum=num1 +num2;</a:t>
            </a:r>
          </a:p>
          <a:p>
            <a:pPr marL="0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&lt;&lt;“sum=“&lt;&lt;sum;</a:t>
            </a:r>
          </a:p>
          <a:p>
            <a:pPr marL="0" indent="0">
              <a:buNone/>
            </a:pPr>
            <a:r>
              <a:rPr lang="en-US" sz="2000" dirty="0"/>
              <a:t>Return 0;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400" b="1" dirty="0"/>
              <a:t>Explanation</a:t>
            </a:r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474F6-A20D-D6F2-478F-40E6C8A6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84" y="3429000"/>
            <a:ext cx="8741631" cy="209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7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Autofit/>
          </a:bodyPr>
          <a:lstStyle/>
          <a:p>
            <a:r>
              <a:rPr sz="2800" b="1" dirty="0"/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851524"/>
          </a:xfrm>
        </p:spPr>
        <p:txBody>
          <a:bodyPr>
            <a:normAutofit lnSpcReduction="10000"/>
          </a:bodyPr>
          <a:lstStyle/>
          <a:p>
            <a:r>
              <a:rPr sz="2800" dirty="0"/>
              <a:t>Write a program to calculate the area of a rectangle.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 Statement</a:t>
            </a:r>
          </a:p>
          <a:p>
            <a:pPr marL="0" indent="0">
              <a:buNone/>
            </a:pPr>
            <a:r>
              <a:rPr lang="en-US" sz="2000" dirty="0"/>
              <a:t>Write a program to calculate the area of a rectangle.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Formula:</a:t>
            </a:r>
          </a:p>
          <a:p>
            <a:pPr marL="0" indent="0">
              <a:buNone/>
            </a:pPr>
            <a:r>
              <a:rPr lang="en-US" sz="2000" dirty="0"/>
              <a:t>Area = Length × Breadth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Algorithm</a:t>
            </a:r>
          </a:p>
          <a:p>
            <a:pPr marL="0" indent="0">
              <a:buNone/>
            </a:pPr>
            <a:r>
              <a:rPr lang="en-US" sz="2000" dirty="0"/>
              <a:t>1.	Start the program</a:t>
            </a:r>
          </a:p>
          <a:p>
            <a:pPr marL="0" indent="0">
              <a:buNone/>
            </a:pPr>
            <a:r>
              <a:rPr lang="en-US" sz="2000" dirty="0"/>
              <a:t>2.	Declare variables for length and breadth</a:t>
            </a:r>
          </a:p>
          <a:p>
            <a:pPr marL="0" indent="0">
              <a:buNone/>
            </a:pPr>
            <a:r>
              <a:rPr lang="en-US" sz="2000" dirty="0"/>
              <a:t>3.	Take input from user</a:t>
            </a:r>
          </a:p>
          <a:p>
            <a:pPr marL="0" indent="0">
              <a:buNone/>
            </a:pPr>
            <a:r>
              <a:rPr lang="en-US" sz="2000" dirty="0"/>
              <a:t>4.	Calculate area</a:t>
            </a:r>
          </a:p>
          <a:p>
            <a:pPr marL="0" indent="0">
              <a:buNone/>
            </a:pPr>
            <a:r>
              <a:rPr lang="en-US" sz="2000" dirty="0"/>
              <a:t>5.	Display area</a:t>
            </a:r>
          </a:p>
          <a:p>
            <a:pPr marL="457200" indent="-457200">
              <a:buAutoNum type="arabicPeriod" startAt="6"/>
            </a:pPr>
            <a:r>
              <a:rPr lang="en-US" sz="2000" dirty="0"/>
              <a:t>End the program</a:t>
            </a:r>
          </a:p>
          <a:p>
            <a:pPr marL="0" indent="0">
              <a:buNone/>
            </a:pPr>
            <a:r>
              <a:rPr lang="en-US" sz="2000" b="1" dirty="0"/>
              <a:t> C </a:t>
            </a:r>
            <a:r>
              <a:rPr lang="en-US" sz="2000" b="1" dirty="0" err="1"/>
              <a:t>Pgrogram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#include&lt;stdio.h&gt;</a:t>
            </a:r>
          </a:p>
          <a:p>
            <a:pPr marL="0" indent="0">
              <a:buNone/>
            </a:pPr>
            <a:r>
              <a:rPr lang="en-US" sz="2000" dirty="0"/>
              <a:t>int main()</a:t>
            </a:r>
          </a:p>
          <a:p>
            <a:pPr marL="0" indent="0">
              <a:buNone/>
            </a:pPr>
            <a:r>
              <a:rPr lang="en-US" sz="2200" dirty="0"/>
              <a:t>{</a:t>
            </a:r>
            <a:endParaRPr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C441A-A990-14BF-E7FD-C859A6FB3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211"/>
            <a:ext cx="8229600" cy="6573793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/>
              <a:t>float length, breadth, area;</a:t>
            </a:r>
          </a:p>
          <a:p>
            <a:pPr marL="0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("Enter length: ");</a:t>
            </a:r>
          </a:p>
          <a:p>
            <a:pPr marL="0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scanf</a:t>
            </a:r>
            <a:r>
              <a:rPr lang="en-IN" sz="2000" dirty="0"/>
              <a:t>("%f", &amp;length);</a:t>
            </a:r>
          </a:p>
          <a:p>
            <a:pPr marL="0" indent="0">
              <a:buNone/>
            </a:pPr>
            <a:r>
              <a:rPr lang="en-IN" sz="2000" dirty="0"/>
              <a:t>   </a:t>
            </a:r>
            <a:r>
              <a:rPr lang="en-IN" sz="2000" dirty="0" err="1"/>
              <a:t>printf</a:t>
            </a:r>
            <a:r>
              <a:rPr lang="en-IN" sz="2000" dirty="0"/>
              <a:t>("Enter breadth: ");</a:t>
            </a:r>
          </a:p>
          <a:p>
            <a:pPr marL="0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scanf</a:t>
            </a:r>
            <a:r>
              <a:rPr lang="en-IN" sz="2000" dirty="0"/>
              <a:t>("%f", &amp;breadth);</a:t>
            </a:r>
          </a:p>
          <a:p>
            <a:pPr marL="0" indent="0">
              <a:buNone/>
            </a:pPr>
            <a:r>
              <a:rPr lang="en-IN" sz="2000" dirty="0"/>
              <a:t>  area = length * breadth;</a:t>
            </a:r>
          </a:p>
          <a:p>
            <a:pPr marL="0" indent="0">
              <a:buNone/>
            </a:pPr>
            <a:r>
              <a:rPr lang="en-IN" sz="2000" dirty="0"/>
              <a:t>  </a:t>
            </a:r>
            <a:r>
              <a:rPr lang="en-IN" sz="2000" dirty="0" err="1"/>
              <a:t>printf</a:t>
            </a:r>
            <a:r>
              <a:rPr lang="en-IN" sz="2000" dirty="0"/>
              <a:t>("Area of Rectangle = %.2f", area);</a:t>
            </a:r>
          </a:p>
          <a:p>
            <a:pPr marL="0" indent="0">
              <a:buNone/>
            </a:pPr>
            <a:r>
              <a:rPr lang="en-IN" sz="2000" dirty="0"/>
              <a:t> return 0;</a:t>
            </a:r>
          </a:p>
          <a:p>
            <a:pPr marL="0" indent="0">
              <a:buNone/>
            </a:pPr>
            <a:r>
              <a:rPr lang="en-IN" sz="2000" dirty="0"/>
              <a:t>}</a:t>
            </a:r>
          </a:p>
          <a:p>
            <a:pPr marL="0" indent="0">
              <a:buNone/>
            </a:pPr>
            <a:r>
              <a:rPr lang="en-IN" sz="2000" b="1" dirty="0"/>
              <a:t>Explanation</a:t>
            </a:r>
          </a:p>
          <a:p>
            <a:pPr marL="0" indent="0">
              <a:buNone/>
            </a:pPr>
            <a:r>
              <a:rPr lang="en-US" sz="2000" dirty="0"/>
              <a:t>•	</a:t>
            </a:r>
            <a:r>
              <a:rPr lang="en-US" sz="2000" dirty="0" err="1"/>
              <a:t>scanf</a:t>
            </a:r>
            <a:r>
              <a:rPr lang="en-US" sz="2000" dirty="0"/>
              <a:t>() takes input</a:t>
            </a:r>
          </a:p>
          <a:p>
            <a:pPr marL="0" indent="0">
              <a:buNone/>
            </a:pPr>
            <a:r>
              <a:rPr lang="en-US" sz="2000" dirty="0"/>
              <a:t>•	length * breadth calculates area</a:t>
            </a:r>
          </a:p>
          <a:p>
            <a:pPr marL="0" indent="0">
              <a:buNone/>
            </a:pPr>
            <a:r>
              <a:rPr lang="en-US" sz="2000" dirty="0"/>
              <a:t>•	</a:t>
            </a:r>
            <a:r>
              <a:rPr lang="en-US" sz="2000" dirty="0" err="1"/>
              <a:t>printf</a:t>
            </a:r>
            <a:r>
              <a:rPr lang="en-US" sz="2000" dirty="0"/>
              <a:t>() displays output</a:t>
            </a:r>
          </a:p>
          <a:p>
            <a:pPr marL="0" indent="0">
              <a:buNone/>
            </a:pPr>
            <a:r>
              <a:rPr lang="en-US" sz="2000" dirty="0"/>
              <a:t>•	%.2f shows decimal values up to 2 places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9D5600-2364-10EC-B2E7-A272752C7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27604"/>
            <a:ext cx="7315200" cy="135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1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dirty="0"/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IN" dirty="0"/>
              <a:t>What formula is used to calculate Simple Interest?</a:t>
            </a:r>
          </a:p>
          <a:p>
            <a:r>
              <a:rPr lang="en-IN" sz="2800" b="1" dirty="0"/>
              <a:t>Ans:</a:t>
            </a:r>
            <a:r>
              <a:rPr lang="en-US" sz="2800" dirty="0"/>
              <a:t>The formula used to calculate Simple Interest (SI) is:</a:t>
            </a:r>
          </a:p>
          <a:p>
            <a:pPr marL="0" indent="0">
              <a:buNone/>
            </a:pPr>
            <a:r>
              <a:rPr lang="en-US" sz="2800" dirty="0"/>
              <a:t>SI = P*R*T/100</a:t>
            </a:r>
          </a:p>
          <a:p>
            <a:pPr marL="0" indent="0">
              <a:buNone/>
            </a:pPr>
            <a:r>
              <a:rPr lang="en-US" sz="2800" dirty="0"/>
              <a:t>Where:</a:t>
            </a:r>
          </a:p>
          <a:p>
            <a:pPr marL="0" indent="0">
              <a:buNone/>
            </a:pPr>
            <a:r>
              <a:rPr lang="en-US" sz="2800" dirty="0"/>
              <a:t>•	P = Principal Amount</a:t>
            </a:r>
          </a:p>
          <a:p>
            <a:pPr marL="0" indent="0">
              <a:buNone/>
            </a:pPr>
            <a:r>
              <a:rPr lang="en-US" sz="2800" dirty="0"/>
              <a:t>•	R = Rate of Interest</a:t>
            </a:r>
          </a:p>
          <a:p>
            <a:pPr marL="0" indent="0">
              <a:buNone/>
            </a:pPr>
            <a:r>
              <a:rPr lang="en-US" sz="2800" dirty="0"/>
              <a:t>•	T = Time</a:t>
            </a:r>
          </a:p>
          <a:p>
            <a:pPr marL="0" indent="0">
              <a:buNone/>
            </a:pPr>
            <a:r>
              <a:rPr lang="en-US" sz="2800" dirty="0"/>
              <a:t>•	SI = Simple Interest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4843"/>
            <a:ext cx="8229600" cy="617838"/>
          </a:xfrm>
        </p:spPr>
        <p:txBody>
          <a:bodyPr>
            <a:normAutofit fontScale="90000"/>
          </a:bodyPr>
          <a:lstStyle/>
          <a:p>
            <a:r>
              <a:rPr sz="2800" b="1" dirty="0"/>
              <a:t>Question 45</a:t>
            </a:r>
            <a:br>
              <a:rPr lang="en-US" sz="2800" b="1" dirty="0"/>
            </a:br>
            <a:r>
              <a:rPr lang="en-US" sz="2800" b="1" dirty="0"/>
              <a:t>Write a program to calculate Simple Interest.</a:t>
            </a:r>
            <a:br>
              <a:rPr lang="en-US" sz="2800" b="1" dirty="0"/>
            </a:br>
            <a:br>
              <a:rPr lang="en-US" sz="2800" b="1" dirty="0"/>
            </a:b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2616"/>
            <a:ext cx="8229600" cy="589417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 Statement</a:t>
            </a:r>
          </a:p>
          <a:p>
            <a:pPr marL="0" indent="0">
              <a:buNone/>
            </a:pPr>
            <a:r>
              <a:rPr lang="en-US" sz="2000" dirty="0"/>
              <a:t>Write a program to calculate Simple Interest using principal, rate, and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Algorithm</a:t>
            </a:r>
          </a:p>
          <a:p>
            <a:pPr marL="0" indent="0">
              <a:buNone/>
            </a:pPr>
            <a:r>
              <a:rPr lang="en-US" sz="2000" dirty="0"/>
              <a:t>1.	Start the program</a:t>
            </a:r>
          </a:p>
          <a:p>
            <a:pPr marL="0" indent="0">
              <a:buNone/>
            </a:pPr>
            <a:r>
              <a:rPr lang="en-US" sz="2000" dirty="0"/>
              <a:t>2.	Declare variables</a:t>
            </a:r>
          </a:p>
          <a:p>
            <a:pPr marL="0" indent="0">
              <a:buNone/>
            </a:pPr>
            <a:r>
              <a:rPr lang="en-US" sz="2000" dirty="0"/>
              <a:t>3.	Take principal, rate, and time as input</a:t>
            </a:r>
          </a:p>
          <a:p>
            <a:pPr marL="0" indent="0">
              <a:buNone/>
            </a:pPr>
            <a:r>
              <a:rPr lang="en-US" sz="2000" dirty="0"/>
              <a:t>4.	Apply formula</a:t>
            </a:r>
          </a:p>
          <a:p>
            <a:pPr marL="0" indent="0">
              <a:buNone/>
            </a:pPr>
            <a:r>
              <a:rPr lang="en-US" sz="2000" dirty="0"/>
              <a:t>5.	Display result</a:t>
            </a:r>
          </a:p>
          <a:p>
            <a:pPr marL="457200" indent="-457200">
              <a:buAutoNum type="arabicPeriod" startAt="6"/>
            </a:pPr>
            <a:r>
              <a:rPr lang="en-US" sz="2000" dirty="0"/>
              <a:t>End the program</a:t>
            </a:r>
          </a:p>
          <a:p>
            <a:pPr marL="0" indent="0">
              <a:buNone/>
            </a:pPr>
            <a:r>
              <a:rPr lang="en-US" sz="2000" b="1" dirty="0"/>
              <a:t>C Program</a:t>
            </a:r>
          </a:p>
          <a:p>
            <a:pPr marL="0" indent="0">
              <a:buNone/>
            </a:pPr>
            <a:r>
              <a:rPr lang="en-US" sz="2000" dirty="0"/>
              <a:t>#include&lt;stdio.h&gt;</a:t>
            </a:r>
          </a:p>
          <a:p>
            <a:pPr marL="0" indent="0">
              <a:buNone/>
            </a:pPr>
            <a:r>
              <a:rPr lang="en-US" sz="2000" dirty="0"/>
              <a:t>int main()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Float </a:t>
            </a:r>
            <a:r>
              <a:rPr lang="en-US" sz="2000" dirty="0" err="1"/>
              <a:t>principal,rate,time,SI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 err="1"/>
              <a:t>printf</a:t>
            </a:r>
            <a:r>
              <a:rPr lang="en-US" sz="2000" dirty="0"/>
              <a:t>(“enter principal </a:t>
            </a:r>
            <a:r>
              <a:rPr lang="en-US" sz="2000" dirty="0" err="1"/>
              <a:t>amont</a:t>
            </a:r>
            <a:r>
              <a:rPr lang="en-US" sz="2000" dirty="0"/>
              <a:t>:”);</a:t>
            </a:r>
          </a:p>
          <a:p>
            <a:pPr marL="0" indent="0">
              <a:buNone/>
            </a:pPr>
            <a:r>
              <a:rPr lang="en-US" sz="2000" dirty="0" err="1"/>
              <a:t>scanf</a:t>
            </a:r>
            <a:r>
              <a:rPr lang="en-US" sz="2000" dirty="0"/>
              <a:t>(“%</a:t>
            </a:r>
            <a:r>
              <a:rPr lang="en-US" sz="2000" dirty="0" err="1"/>
              <a:t>f”,&amp;principal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9FFB-568C-9B20-471D-DBC581D9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638"/>
            <a:ext cx="8229600" cy="6598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printf</a:t>
            </a:r>
            <a:r>
              <a:rPr lang="en-US" sz="2000" dirty="0"/>
              <a:t>("Enter Rate of Interest: ");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scanf</a:t>
            </a:r>
            <a:r>
              <a:rPr lang="en-US" sz="2000" dirty="0"/>
              <a:t>("%f", &amp;rate);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("Enter Time: ");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scanf</a:t>
            </a:r>
            <a:r>
              <a:rPr lang="en-US" sz="2000" dirty="0"/>
              <a:t>("%f", &amp;time);</a:t>
            </a:r>
          </a:p>
          <a:p>
            <a:pPr marL="0" indent="0">
              <a:buNone/>
            </a:pPr>
            <a:r>
              <a:rPr lang="en-US" sz="2000" dirty="0"/>
              <a:t>    SI = (principal * rate * time) / 100;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printf</a:t>
            </a:r>
            <a:r>
              <a:rPr lang="en-US" sz="2000" dirty="0"/>
              <a:t>("Simple Interest = %.2f", SI);</a:t>
            </a:r>
          </a:p>
          <a:p>
            <a:pPr marL="0" indent="0">
              <a:buNone/>
            </a:pPr>
            <a:r>
              <a:rPr lang="en-US" sz="2000" dirty="0"/>
              <a:t>    return 0;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r>
              <a:rPr lang="en-US" sz="2000" dirty="0"/>
              <a:t>•	User enters principal amount, rate, and time</a:t>
            </a:r>
          </a:p>
          <a:p>
            <a:pPr marL="0" indent="0">
              <a:buNone/>
            </a:pPr>
            <a:r>
              <a:rPr lang="en-US" sz="2000" dirty="0"/>
              <a:t>•	Formula is applied to calculate simple interest</a:t>
            </a:r>
          </a:p>
          <a:p>
            <a:pPr marL="0" indent="0">
              <a:buNone/>
            </a:pPr>
            <a:r>
              <a:rPr lang="en-US" sz="2000" dirty="0"/>
              <a:t>•	Result is displayed using </a:t>
            </a:r>
            <a:r>
              <a:rPr lang="en-US" sz="2000" dirty="0" err="1"/>
              <a:t>printf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83B6A-D698-A6DD-259F-5A305D173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62569"/>
            <a:ext cx="6820930" cy="181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32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is a temporary variable used while swapping two numbers?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Ans </a:t>
            </a:r>
            <a:r>
              <a:rPr lang="en-IN" dirty="0"/>
              <a:t>: </a:t>
            </a:r>
            <a:r>
              <a:rPr lang="en-US" dirty="0"/>
              <a:t>A temporary variable is used to safely store one value while swapping two numbers so that the original value is not lost.</a:t>
            </a:r>
            <a:endParaRPr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81319" cy="457199"/>
          </a:xfrm>
        </p:spPr>
        <p:txBody>
          <a:bodyPr>
            <a:noAutofit/>
          </a:bodyPr>
          <a:lstStyle/>
          <a:p>
            <a:r>
              <a:rPr sz="2800" b="1" dirty="0"/>
              <a:t>Question 47</a:t>
            </a:r>
            <a:br>
              <a:rPr lang="en-US" sz="2800" b="1" dirty="0"/>
            </a:br>
            <a:r>
              <a:rPr lang="en-US" sz="2800" b="1" dirty="0"/>
              <a:t>Swap the values: a=10, b=20</a:t>
            </a: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470"/>
            <a:ext cx="8229600" cy="590653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 Statement</a:t>
            </a:r>
          </a:p>
          <a:p>
            <a:pPr marL="0" indent="0">
              <a:buNone/>
            </a:pPr>
            <a:r>
              <a:rPr lang="en-US" sz="2000" dirty="0"/>
              <a:t>Write a program to swap two numbers using a temporary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Algorithm</a:t>
            </a:r>
          </a:p>
          <a:p>
            <a:pPr marL="0" indent="0">
              <a:buNone/>
            </a:pPr>
            <a:r>
              <a:rPr lang="en-US" sz="2000" dirty="0"/>
              <a:t>1.	Start the program</a:t>
            </a:r>
          </a:p>
          <a:p>
            <a:pPr marL="0" indent="0">
              <a:buNone/>
            </a:pPr>
            <a:r>
              <a:rPr lang="en-US" sz="2000" dirty="0"/>
              <a:t>2.	Declare variables a, b, and temp</a:t>
            </a:r>
          </a:p>
          <a:p>
            <a:pPr marL="0" indent="0">
              <a:buNone/>
            </a:pPr>
            <a:r>
              <a:rPr lang="en-US" sz="2000" dirty="0"/>
              <a:t>3.	Store value of a in temp</a:t>
            </a:r>
          </a:p>
          <a:p>
            <a:pPr marL="0" indent="0">
              <a:buNone/>
            </a:pPr>
            <a:r>
              <a:rPr lang="en-US" sz="2000" dirty="0"/>
              <a:t>4.	Assign value of b to a</a:t>
            </a:r>
          </a:p>
          <a:p>
            <a:pPr marL="0" indent="0">
              <a:buNone/>
            </a:pPr>
            <a:r>
              <a:rPr lang="en-US" sz="2000" dirty="0"/>
              <a:t>5.	Assign value of temp to b</a:t>
            </a:r>
          </a:p>
          <a:p>
            <a:pPr marL="0" indent="0">
              <a:buNone/>
            </a:pPr>
            <a:r>
              <a:rPr lang="en-US" sz="2000" dirty="0"/>
              <a:t>6.	Display swapped values</a:t>
            </a:r>
          </a:p>
          <a:p>
            <a:pPr marL="457200" indent="-457200">
              <a:buAutoNum type="arabicPeriod" startAt="7"/>
            </a:pPr>
            <a:r>
              <a:rPr lang="en-US" sz="2000" dirty="0"/>
              <a:t>End the program</a:t>
            </a:r>
            <a:endParaRPr lang="en-IN" sz="2000" b="1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C++ Program</a:t>
            </a:r>
          </a:p>
          <a:p>
            <a:pPr marL="0" indent="0">
              <a:buNone/>
            </a:pPr>
            <a:r>
              <a:rPr lang="en-US" sz="2000" dirty="0"/>
              <a:t>#include&lt;iostream.h&gt;</a:t>
            </a:r>
          </a:p>
          <a:p>
            <a:pPr marL="0" indent="0">
              <a:buNone/>
            </a:pPr>
            <a:r>
              <a:rPr lang="en-US" sz="2000" dirty="0"/>
              <a:t>Using namespace std;</a:t>
            </a:r>
          </a:p>
          <a:p>
            <a:pPr marL="0" indent="0">
              <a:buNone/>
            </a:pPr>
            <a:r>
              <a:rPr lang="en-US" sz="2000" dirty="0"/>
              <a:t>int main()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int a=10,b=20,temp;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A89D-ABAD-74C3-6358-10981947C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497"/>
            <a:ext cx="8229600" cy="6685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err="1"/>
              <a:t>cout</a:t>
            </a:r>
            <a:r>
              <a:rPr lang="en-IN" sz="1800" dirty="0"/>
              <a:t> &lt;&lt; "Before Swapping:"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 &lt;&lt; "a = " &lt;&lt; a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 &lt;&lt; "b = " &lt;&lt; b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temp = a;</a:t>
            </a:r>
          </a:p>
          <a:p>
            <a:pPr marL="0" indent="0">
              <a:buNone/>
            </a:pPr>
            <a:r>
              <a:rPr lang="en-IN" sz="1800" dirty="0"/>
              <a:t>    a = b;</a:t>
            </a:r>
          </a:p>
          <a:p>
            <a:pPr marL="0" indent="0">
              <a:buNone/>
            </a:pPr>
            <a:r>
              <a:rPr lang="en-IN" sz="1800" dirty="0"/>
              <a:t>    b = temp;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 &lt;&lt; "After Swapping:"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 &lt;&lt; "a = " &lt;&lt; a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 &lt;&lt; "b = " &lt;&lt; b &lt;&lt; 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return 0;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US" sz="1800" b="1" dirty="0"/>
              <a:t>Explanation</a:t>
            </a:r>
          </a:p>
          <a:p>
            <a:pPr marL="0" indent="0">
              <a:buNone/>
            </a:pPr>
            <a:r>
              <a:rPr lang="en-US" sz="1800" dirty="0"/>
              <a:t>•	temp = a stores value of a</a:t>
            </a:r>
          </a:p>
          <a:p>
            <a:pPr marL="0" indent="0">
              <a:buNone/>
            </a:pPr>
            <a:r>
              <a:rPr lang="en-US" sz="1800" dirty="0"/>
              <a:t>•	a = b copies value of b into a</a:t>
            </a:r>
          </a:p>
          <a:p>
            <a:pPr marL="0" indent="0">
              <a:buNone/>
            </a:pPr>
            <a:r>
              <a:rPr lang="en-US" sz="1800" dirty="0"/>
              <a:t>•	b = temp restores original value of a into b</a:t>
            </a:r>
          </a:p>
          <a:p>
            <a:pPr marL="0" indent="0">
              <a:buNone/>
            </a:pPr>
            <a:r>
              <a:rPr lang="en-US" sz="1800" dirty="0"/>
              <a:t>•	This swaps both numbers successfully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77EC8-46F9-146A-640D-46A57CB6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04" y="5454652"/>
            <a:ext cx="5968312" cy="13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553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6822"/>
            <a:ext cx="8229600" cy="5721178"/>
          </a:xfrm>
        </p:spPr>
        <p:txBody>
          <a:bodyPr>
            <a:normAutofit/>
          </a:bodyPr>
          <a:lstStyle/>
          <a:p>
            <a:r>
              <a:rPr dirty="0"/>
              <a:t>What formula is used to convert Celsius into Fahrenheit?</a:t>
            </a:r>
            <a:endParaRPr lang="en-US" dirty="0"/>
          </a:p>
          <a:p>
            <a:r>
              <a:rPr lang="en-IN" b="1" dirty="0"/>
              <a:t>Ans: </a:t>
            </a:r>
            <a:r>
              <a:rPr lang="en-IN" dirty="0"/>
              <a:t>F=9/5C+32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Explanation:</a:t>
            </a:r>
          </a:p>
          <a:p>
            <a:pPr marL="0" indent="0">
              <a:buNone/>
            </a:pPr>
            <a:r>
              <a:rPr lang="en-US" sz="2800" dirty="0"/>
              <a:t>C= temperature in Celsius</a:t>
            </a:r>
          </a:p>
          <a:p>
            <a:pPr marL="0" indent="0">
              <a:buNone/>
            </a:pPr>
            <a:r>
              <a:rPr lang="en-US" sz="2800" dirty="0"/>
              <a:t>F= temperature in </a:t>
            </a:r>
            <a:r>
              <a:rPr lang="en-US" sz="2800" dirty="0" err="1"/>
              <a:t>fahrenheit</a:t>
            </a:r>
            <a:endParaRPr lang="en-US" sz="2800" dirty="0"/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the Fahrenheit value of 0°C?</a:t>
            </a:r>
            <a:endParaRPr lang="en-US" dirty="0"/>
          </a:p>
          <a:p>
            <a:r>
              <a:rPr lang="en-IN" b="1" dirty="0"/>
              <a:t>Ans: </a:t>
            </a:r>
            <a:r>
              <a:rPr lang="en-IN" dirty="0"/>
              <a:t>using the formula F=9/5C+32</a:t>
            </a:r>
          </a:p>
          <a:p>
            <a:pPr marL="0" indent="0">
              <a:buNone/>
            </a:pPr>
            <a:r>
              <a:rPr lang="en-IN" dirty="0"/>
              <a:t>Where C = 0°c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Calculation:</a:t>
            </a:r>
          </a:p>
          <a:p>
            <a:pPr marL="0" indent="0">
              <a:buNone/>
            </a:pPr>
            <a:r>
              <a:rPr lang="en-US" sz="2800" dirty="0"/>
              <a:t>F = (9/5 × 0) + 32</a:t>
            </a:r>
          </a:p>
          <a:p>
            <a:pPr marL="0" indent="0">
              <a:buNone/>
            </a:pPr>
            <a:r>
              <a:rPr lang="en-US" sz="2800" dirty="0"/>
              <a:t>F = 32°F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Final Answer:</a:t>
            </a:r>
          </a:p>
          <a:p>
            <a:pPr marL="0" indent="0">
              <a:buNone/>
            </a:pPr>
            <a:r>
              <a:rPr lang="en-US" sz="2800" dirty="0"/>
              <a:t>The Fahrenheit value of 0°C is 32°F.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8043"/>
          </a:xfrm>
        </p:spPr>
        <p:txBody>
          <a:bodyPr>
            <a:normAutofit fontScale="90000"/>
          </a:bodyPr>
          <a:lstStyle/>
          <a:p>
            <a:r>
              <a:rPr sz="2400" b="1" dirty="0"/>
              <a:t>Question 50</a:t>
            </a:r>
            <a:br>
              <a:rPr lang="en-US" sz="2400" b="1" dirty="0"/>
            </a:br>
            <a:r>
              <a:rPr lang="en-US" sz="2400" b="1" dirty="0"/>
              <a:t>Why can integer division give incorrect results in the Celsius-to-Fahrenheit program?</a:t>
            </a:r>
            <a:br>
              <a:rPr lang="en-US" sz="2400" b="1" dirty="0"/>
            </a:br>
            <a:endParaRPr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2681"/>
            <a:ext cx="8229600" cy="568410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Answer</a:t>
            </a:r>
          </a:p>
          <a:p>
            <a:pPr marL="0" indent="0">
              <a:buNone/>
            </a:pPr>
            <a:r>
              <a:rPr lang="en-US" sz="2000" dirty="0"/>
              <a:t>Integer division can give incorrect results because integers remove the decimal part.</a:t>
            </a:r>
          </a:p>
          <a:p>
            <a:pPr marL="0" indent="0">
              <a:buNone/>
            </a:pPr>
            <a:r>
              <a:rPr lang="en-US" sz="2000" b="1" dirty="0"/>
              <a:t> For example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5 / 9</a:t>
            </a:r>
          </a:p>
          <a:p>
            <a:pPr marL="0" indent="0">
              <a:buNone/>
            </a:pPr>
            <a:r>
              <a:rPr lang="en-US" sz="2000" dirty="0"/>
              <a:t>This becomes:</a:t>
            </a:r>
          </a:p>
          <a:p>
            <a:pPr marL="0" indent="0">
              <a:buNone/>
            </a:pPr>
            <a:r>
              <a:rPr lang="en-US" sz="2000" dirty="0"/>
              <a:t>0</a:t>
            </a:r>
          </a:p>
          <a:p>
            <a:pPr marL="0" indent="0">
              <a:buNone/>
            </a:pPr>
            <a:r>
              <a:rPr lang="en-US" sz="2000" dirty="0"/>
              <a:t>instead of:</a:t>
            </a:r>
          </a:p>
          <a:p>
            <a:pPr marL="0" indent="0">
              <a:buNone/>
            </a:pPr>
            <a:r>
              <a:rPr lang="en-US" sz="2000" dirty="0"/>
              <a:t>0.555...</a:t>
            </a:r>
          </a:p>
          <a:p>
            <a:pPr marL="0" indent="0">
              <a:buNone/>
            </a:pPr>
            <a:r>
              <a:rPr lang="en-US" sz="2000" dirty="0"/>
              <a:t>So, if integer division is used in the Celsius-to-Fahrenheit formula, the answer may become wrong.</a:t>
            </a:r>
          </a:p>
          <a:p>
            <a:pPr marL="0" indent="0">
              <a:buNone/>
            </a:pPr>
            <a:r>
              <a:rPr lang="en-US" sz="2000" b="1" dirty="0"/>
              <a:t> Correct Way</a:t>
            </a:r>
          </a:p>
          <a:p>
            <a:pPr marL="0" indent="0">
              <a:buNone/>
            </a:pPr>
            <a:r>
              <a:rPr lang="en-US" sz="2000" dirty="0"/>
              <a:t>Use float or double for accurate decimal calculations.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1991</Words>
  <Application>Microsoft Office PowerPoint</Application>
  <PresentationFormat>On-screen Show (4:3)</PresentationFormat>
  <Paragraphs>306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Cambria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PowerPoint Presentation</vt:lpstr>
      <vt:lpstr>Question 42</vt:lpstr>
      <vt:lpstr>PowerPoint Presentation</vt:lpstr>
      <vt:lpstr>Question 43</vt:lpstr>
      <vt:lpstr>PowerPoint Presentation</vt:lpstr>
      <vt:lpstr>Question 44</vt:lpstr>
      <vt:lpstr>Question 45 Write a program to calculate Simple Interest.  </vt:lpstr>
      <vt:lpstr>PowerPoint Presentation</vt:lpstr>
      <vt:lpstr>Question 46</vt:lpstr>
      <vt:lpstr>Question 47 Swap the values: a=10, b=20</vt:lpstr>
      <vt:lpstr>PowerPoint Presentation</vt:lpstr>
      <vt:lpstr>Question 48</vt:lpstr>
      <vt:lpstr>Question 49</vt:lpstr>
      <vt:lpstr>Question 50 Why can integer division give incorrect results in the Celsius-to-Fahrenheit program?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Kritika</dc:creator>
  <cp:keywords/>
  <dc:description>generated using python-pptx</dc:description>
  <cp:lastModifiedBy>Kritika Pancholi</cp:lastModifiedBy>
  <cp:revision>3</cp:revision>
  <dcterms:created xsi:type="dcterms:W3CDTF">2013-01-27T09:14:16Z</dcterms:created>
  <dcterms:modified xsi:type="dcterms:W3CDTF">2026-06-16T04:49:43Z</dcterms:modified>
  <cp:category/>
</cp:coreProperties>
</file>